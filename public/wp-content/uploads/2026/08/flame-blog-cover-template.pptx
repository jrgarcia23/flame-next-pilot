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2iT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62125"/>
            <a:ext cx="85725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50" b="1">
                <a:solidFill>
                  <a:srgbClr val="31B1F8"/>
                </a:solidFill>
                <a:latin typeface="Instrument Sans"/>
              </a:rPr>
              <a:t>C A T E G O R Í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190750"/>
            <a:ext cx="9144000" cy="428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9750" b="1">
                <a:solidFill>
                  <a:srgbClr val="FFFFFF"/>
                </a:solidFill>
                <a:latin typeface="Clash Grotesk"/>
              </a:rPr>
              <a:t>Título del</a:t>
            </a:r>
          </a:p>
          <a:p>
            <a:pPr>
              <a:lnSpc>
                <a:spcPct val="95000"/>
              </a:lnSpc>
            </a:pPr>
            <a:r>
              <a:rPr sz="9750" b="1">
                <a:solidFill>
                  <a:srgbClr val="FFFFFF"/>
                </a:solidFill>
                <a:latin typeface="Clash Grotesk"/>
              </a:rPr>
              <a:t>post aquí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6667500"/>
            <a:ext cx="762000" cy="57150"/>
          </a:xfrm>
          <a:prstGeom prst="roundRect">
            <a:avLst>
              <a:gd name="adj" fmla="val 50000"/>
            </a:avLst>
          </a:prstGeom>
          <a:solidFill>
            <a:srgbClr val="31B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6953250"/>
            <a:ext cx="8572500" cy="26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300">
                <a:solidFill>
                  <a:srgbClr val="B8BCD0"/>
                </a:solidFill>
                <a:latin typeface="Instrument Sans"/>
              </a:rPr>
              <a:t>Subtítulo descriptivo</a:t>
            </a:r>
          </a:p>
          <a:p>
            <a:pPr>
              <a:lnSpc>
                <a:spcPct val="120000"/>
              </a:lnSpc>
            </a:pPr>
            <a:r>
              <a:rPr sz="3300">
                <a:solidFill>
                  <a:srgbClr val="B8BCD0"/>
                </a:solidFill>
                <a:latin typeface="Instrument Sans"/>
              </a:rPr>
              <a:t>del artículo</a:t>
            </a:r>
          </a:p>
          <a:p>
            <a:pPr>
              <a:lnSpc>
                <a:spcPct val="120000"/>
              </a:lnSpc>
            </a:pPr>
            <a:r>
              <a:rPr sz="3300">
                <a:solidFill>
                  <a:srgbClr val="B8BCD0"/>
                </a:solidFill>
                <a:latin typeface="Instrument Sans"/>
              </a:rPr>
              <a:t>en dos o tres líneas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XF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62125"/>
            <a:ext cx="85725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50" b="1">
                <a:solidFill>
                  <a:srgbClr val="31B1F8"/>
                </a:solidFill>
                <a:latin typeface="Instrument Sans"/>
              </a:rPr>
              <a:t>C A T E G O R Í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190750"/>
            <a:ext cx="9144000" cy="428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9750" b="1">
                <a:solidFill>
                  <a:srgbClr val="15163A"/>
                </a:solidFill>
                <a:latin typeface="Clash Grotesk"/>
              </a:rPr>
              <a:t>Título del</a:t>
            </a:r>
          </a:p>
          <a:p>
            <a:pPr>
              <a:lnSpc>
                <a:spcPct val="95000"/>
              </a:lnSpc>
            </a:pPr>
            <a:r>
              <a:rPr sz="9750" b="1">
                <a:solidFill>
                  <a:srgbClr val="15163A"/>
                </a:solidFill>
                <a:latin typeface="Clash Grotesk"/>
              </a:rPr>
              <a:t>post aquí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6667500"/>
            <a:ext cx="762000" cy="57150"/>
          </a:xfrm>
          <a:prstGeom prst="roundRect">
            <a:avLst>
              <a:gd name="adj" fmla="val 50000"/>
            </a:avLst>
          </a:prstGeom>
          <a:solidFill>
            <a:srgbClr val="31B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6953250"/>
            <a:ext cx="8572500" cy="26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300">
                <a:solidFill>
                  <a:srgbClr val="737488"/>
                </a:solidFill>
                <a:latin typeface="Instrument Sans"/>
              </a:rPr>
              <a:t>Subtítulo descriptivo</a:t>
            </a:r>
          </a:p>
          <a:p>
            <a:pPr>
              <a:lnSpc>
                <a:spcPct val="120000"/>
              </a:lnSpc>
            </a:pPr>
            <a:r>
              <a:rPr sz="3300">
                <a:solidFill>
                  <a:srgbClr val="737488"/>
                </a:solidFill>
                <a:latin typeface="Instrument Sans"/>
              </a:rPr>
              <a:t>del artículo</a:t>
            </a:r>
          </a:p>
          <a:p>
            <a:pPr>
              <a:lnSpc>
                <a:spcPct val="120000"/>
              </a:lnSpc>
            </a:pPr>
            <a:r>
              <a:rPr sz="3300">
                <a:solidFill>
                  <a:srgbClr val="737488"/>
                </a:solidFill>
                <a:latin typeface="Instrument Sans"/>
              </a:rPr>
              <a:t>en dos o tres líneas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